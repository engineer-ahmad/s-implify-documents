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</p:sldIdLst>
  <p:sldSz cy="6858000" cx="12192000"/>
  <p:notesSz cx="6858000" cy="9144000"/>
  <p:embeddedFontLst>
    <p:embeddedFont>
      <p:font typeface="Play"/>
      <p:regular r:id="rId9"/>
      <p:bold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1" roundtripDataSignature="AMtx7mijkf+rmgV8Ytx210bYNBNm1ZtYy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1E01242-5806-40E4-B253-BCD847174F6A}">
  <a:tblStyle styleId="{D1E01242-5806-40E4-B253-BCD847174F6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11" Type="http://customschemas.google.com/relationships/presentationmetadata" Target="metadata"/><Relationship Id="rId10" Type="http://schemas.openxmlformats.org/officeDocument/2006/relationships/font" Target="fonts/Play-bold.fntdata"/><Relationship Id="rId9" Type="http://schemas.openxmlformats.org/officeDocument/2006/relationships/font" Target="fonts/Play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0" name="Google Shape;20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4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Standards </a:t>
            </a:r>
            <a:endParaRPr/>
          </a:p>
        </p:txBody>
      </p:sp>
      <p:sp>
        <p:nvSpPr>
          <p:cNvPr id="85" name="Google Shape;85;p1"/>
          <p:cNvSpPr txBox="1"/>
          <p:nvPr/>
        </p:nvSpPr>
        <p:spPr>
          <a:xfrm>
            <a:off x="849375" y="1646350"/>
            <a:ext cx="2233500" cy="5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>Step 1</a:t>
            </a:r>
            <a:endParaRPr sz="2800">
              <a:solidFill>
                <a:schemeClr val="dk1"/>
              </a:solidFill>
            </a:endParaRPr>
          </a:p>
        </p:txBody>
      </p:sp>
      <p:graphicFrame>
        <p:nvGraphicFramePr>
          <p:cNvPr id="86" name="Google Shape;86;p1"/>
          <p:cNvGraphicFramePr/>
          <p:nvPr/>
        </p:nvGraphicFramePr>
        <p:xfrm>
          <a:off x="849375" y="2282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{D1E01242-5806-40E4-B253-BCD847174F6A}</a:tableStyleId>
              </a:tblPr>
              <a:tblGrid>
                <a:gridCol w="1625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Campus 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ME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LE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RE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LE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KMS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87" name="Google Shape;87;p1"/>
          <p:cNvSpPr txBox="1"/>
          <p:nvPr/>
        </p:nvSpPr>
        <p:spPr>
          <a:xfrm>
            <a:off x="2732000" y="1705925"/>
            <a:ext cx="2233500" cy="5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>Step 2</a:t>
            </a:r>
            <a:endParaRPr sz="2800">
              <a:solidFill>
                <a:schemeClr val="dk1"/>
              </a:solidFill>
            </a:endParaRPr>
          </a:p>
        </p:txBody>
      </p:sp>
      <p:graphicFrame>
        <p:nvGraphicFramePr>
          <p:cNvPr id="88" name="Google Shape;88;p1"/>
          <p:cNvGraphicFramePr/>
          <p:nvPr/>
        </p:nvGraphicFramePr>
        <p:xfrm>
          <a:off x="2910275" y="2351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{D1E01242-5806-40E4-B253-BCD847174F6A}</a:tableStyleId>
              </a:tblPr>
              <a:tblGrid>
                <a:gridCol w="1625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GRADE 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3RD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4TH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5TH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6TH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89" name="Google Shape;89;p1"/>
          <p:cNvSpPr txBox="1"/>
          <p:nvPr/>
        </p:nvSpPr>
        <p:spPr>
          <a:xfrm>
            <a:off x="7073300" y="1705925"/>
            <a:ext cx="2233500" cy="5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>Step 4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4979250" y="1705925"/>
            <a:ext cx="2233500" cy="5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>Step 3</a:t>
            </a:r>
            <a:endParaRPr sz="2800">
              <a:solidFill>
                <a:schemeClr val="dk1"/>
              </a:solidFill>
            </a:endParaRPr>
          </a:p>
        </p:txBody>
      </p:sp>
      <p:graphicFrame>
        <p:nvGraphicFramePr>
          <p:cNvPr id="91" name="Google Shape;91;p1"/>
          <p:cNvGraphicFramePr/>
          <p:nvPr/>
        </p:nvGraphicFramePr>
        <p:xfrm>
          <a:off x="5034100" y="2438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{D1E01242-5806-40E4-B253-BCD847174F6A}</a:tableStyleId>
              </a:tblPr>
              <a:tblGrid>
                <a:gridCol w="1625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SUBJECT  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RLA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MATH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ENG I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BIO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92" name="Google Shape;92;p1"/>
          <p:cNvGraphicFramePr/>
          <p:nvPr/>
        </p:nvGraphicFramePr>
        <p:xfrm>
          <a:off x="7073288" y="2503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{D1E01242-5806-40E4-B253-BCD847174F6A}</a:tableStyleId>
              </a:tblPr>
              <a:tblGrid>
                <a:gridCol w="1625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TEACHER  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ALL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T1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T2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T3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T4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screenshot of a graph&#10;&#10;AI-generated content may be incorrect." id="97" name="Google Shape;9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910389"/>
            <a:ext cx="12192000" cy="50372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graph of a number of people&#10;&#10;AI-generated content may be incorrect." id="98" name="Google Shape;9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32877" y="2807117"/>
            <a:ext cx="10339778" cy="2538689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3"/>
          <p:cNvSpPr txBox="1"/>
          <p:nvPr/>
        </p:nvSpPr>
        <p:spPr>
          <a:xfrm>
            <a:off x="3686175" y="600075"/>
            <a:ext cx="28670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sz="1800">
                <a:solidFill>
                  <a:schemeClr val="dk1"/>
                </a:solidFill>
              </a:rPr>
              <a:t>AMPUS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4</a:t>
            </a:r>
            <a:r>
              <a:rPr baseline="30000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Grade Math </a:t>
            </a:r>
            <a:endParaRPr/>
          </a:p>
        </p:txBody>
      </p:sp>
      <p:pic>
        <p:nvPicPr>
          <p:cNvPr descr="A screenshot of a computer&#10;&#10;AI-generated content may be incorrect." id="100" name="Google Shape;100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32877" y="5672413"/>
            <a:ext cx="10078123" cy="10355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screenshot of a graph&#10;&#10;AI-generated content may be incorrect." id="105" name="Google Shape;10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910389"/>
            <a:ext cx="12192000" cy="50372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graph of a number of people&#10;&#10;AI-generated content may be incorrect." id="106" name="Google Shape;106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32877" y="2807117"/>
            <a:ext cx="10339778" cy="2538689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4"/>
          <p:cNvSpPr txBox="1"/>
          <p:nvPr/>
        </p:nvSpPr>
        <p:spPr>
          <a:xfrm>
            <a:off x="3686175" y="600075"/>
            <a:ext cx="371132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Mrs. Smith 4</a:t>
            </a:r>
            <a:r>
              <a:rPr baseline="30000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Grade Math </a:t>
            </a:r>
            <a:endParaRPr/>
          </a:p>
        </p:txBody>
      </p:sp>
      <p:pic>
        <p:nvPicPr>
          <p:cNvPr descr="A screenshot of a computer&#10;&#10;AI-generated content may be incorrect." id="108" name="Google Shape;108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32877" y="5672413"/>
            <a:ext cx="10078123" cy="10355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2025-10-24T16:38:53Z</dcterms:created>
  <dc:creator>Duenas, Juan</dc:creator>
</cp:coreProperties>
</file>