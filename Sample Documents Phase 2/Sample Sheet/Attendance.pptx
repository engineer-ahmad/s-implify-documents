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</p:sldIdLst>
  <p:sldSz cy="6858000" cx="12192000"/>
  <p:notesSz cx="6858000" cy="9144000"/>
  <p:embeddedFontLst>
    <p:embeddedFont>
      <p:font typeface="Play"/>
      <p:regular r:id="rId7"/>
      <p:bold r:id="rId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9" roundtripDataSignature="AMtx7mgSPUEhouQdfk8YNnMycNWGGVIv/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font" Target="fonts/Play-regular.fntdata"/><Relationship Id="rId8" Type="http://schemas.openxmlformats.org/officeDocument/2006/relationships/font" Target="fonts/Play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1538a9b82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g3a1538a9b8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1555944aa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a1555944a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g3a1538a9b82_0_0" title="Screenshot 2025-11-07 10065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80075" y="816625"/>
            <a:ext cx="12026348" cy="537005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g3a1538a9b82_0_0"/>
          <p:cNvSpPr/>
          <p:nvPr/>
        </p:nvSpPr>
        <p:spPr>
          <a:xfrm>
            <a:off x="3257550" y="3827125"/>
            <a:ext cx="3545100" cy="1787100"/>
          </a:xfrm>
          <a:prstGeom prst="mathMultiply">
            <a:avLst>
              <a:gd fmla="val 23520" name="adj1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g3a1538a9b82_0_0"/>
          <p:cNvSpPr/>
          <p:nvPr/>
        </p:nvSpPr>
        <p:spPr>
          <a:xfrm flipH="1" rot="-523540">
            <a:off x="6614417" y="3334042"/>
            <a:ext cx="2040820" cy="277101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g3a1538a9b82_0_0"/>
          <p:cNvSpPr txBox="1"/>
          <p:nvPr/>
        </p:nvSpPr>
        <p:spPr>
          <a:xfrm>
            <a:off x="2080625" y="2766450"/>
            <a:ext cx="2688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0000"/>
                </a:solidFill>
              </a:rPr>
              <a:t>Add months in the X axis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88" name="Google Shape;88;g3a1538a9b82_0_0"/>
          <p:cNvSpPr txBox="1"/>
          <p:nvPr/>
        </p:nvSpPr>
        <p:spPr>
          <a:xfrm>
            <a:off x="5400500" y="5338275"/>
            <a:ext cx="5412600" cy="8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0000"/>
                </a:solidFill>
              </a:rPr>
              <a:t>Remove the bar graphs and move all campuses to this section for more clarity 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g3a1555944aa_0_6" title="Screenshot 2025-11-07 10114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25" y="743000"/>
            <a:ext cx="11887203" cy="2691848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g3a1555944aa_0_6"/>
          <p:cNvSpPr/>
          <p:nvPr/>
        </p:nvSpPr>
        <p:spPr>
          <a:xfrm>
            <a:off x="4737675" y="1232075"/>
            <a:ext cx="2528100" cy="1206000"/>
          </a:xfrm>
          <a:prstGeom prst="mathMultiply">
            <a:avLst>
              <a:gd fmla="val 23520" name="adj1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a1555944aa_0_6"/>
          <p:cNvSpPr/>
          <p:nvPr/>
        </p:nvSpPr>
        <p:spPr>
          <a:xfrm>
            <a:off x="7163800" y="1232075"/>
            <a:ext cx="2528100" cy="1206000"/>
          </a:xfrm>
          <a:prstGeom prst="mathMultiply">
            <a:avLst>
              <a:gd fmla="val 23520" name="adj1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a1555944aa_0_6"/>
          <p:cNvSpPr/>
          <p:nvPr/>
        </p:nvSpPr>
        <p:spPr>
          <a:xfrm>
            <a:off x="9481100" y="1232075"/>
            <a:ext cx="2528100" cy="1206000"/>
          </a:xfrm>
          <a:prstGeom prst="mathMultiply">
            <a:avLst>
              <a:gd fmla="val 23520" name="adj1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3a1555944aa_0_6"/>
          <p:cNvSpPr/>
          <p:nvPr/>
        </p:nvSpPr>
        <p:spPr>
          <a:xfrm>
            <a:off x="1133675" y="1098700"/>
            <a:ext cx="2528100" cy="1206000"/>
          </a:xfrm>
          <a:prstGeom prst="mathMultiply">
            <a:avLst>
              <a:gd fmla="val 23520" name="adj1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g3a1555944aa_0_6"/>
          <p:cNvSpPr txBox="1"/>
          <p:nvPr/>
        </p:nvSpPr>
        <p:spPr>
          <a:xfrm>
            <a:off x="286075" y="383675"/>
            <a:ext cx="5412600" cy="8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0000"/>
                </a:solidFill>
              </a:rPr>
              <a:t>Remove all the tiles below and add ind. student ADA reports </a:t>
            </a:r>
            <a:endParaRPr b="1">
              <a:solidFill>
                <a:srgbClr val="FF0000"/>
              </a:solidFill>
            </a:endParaRPr>
          </a:p>
        </p:txBody>
      </p:sp>
      <p:pic>
        <p:nvPicPr>
          <p:cNvPr descr="American and ketogenic diet, carbohydrates, protein and fat percentages (Provided by Getty Images)" id="99" name="Google Shape;99;g3a1555944aa_0_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4750" y="3434848"/>
            <a:ext cx="4675246" cy="31183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erican and ketogenic diet, carbohydrates, protein and fat percentages (Provided by Getty Images)" id="100" name="Google Shape;100;g3a1555944aa_0_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0225" y="3369298"/>
            <a:ext cx="4675246" cy="3118353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g3a1555944aa_0_6"/>
          <p:cNvSpPr txBox="1"/>
          <p:nvPr/>
        </p:nvSpPr>
        <p:spPr>
          <a:xfrm>
            <a:off x="816575" y="5527075"/>
            <a:ext cx="9807600" cy="120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      KHS               NMS							ME			   CE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02" name="Google Shape;102;g3a1555944aa_0_6"/>
          <p:cNvSpPr/>
          <p:nvPr/>
        </p:nvSpPr>
        <p:spPr>
          <a:xfrm flipH="1" rot="-2936435">
            <a:off x="4565279" y="3877563"/>
            <a:ext cx="818006" cy="498818"/>
          </a:xfrm>
          <a:prstGeom prst="rightArrow">
            <a:avLst>
              <a:gd fmla="val 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3a1555944aa_0_6"/>
          <p:cNvSpPr txBox="1"/>
          <p:nvPr/>
        </p:nvSpPr>
        <p:spPr>
          <a:xfrm>
            <a:off x="4655550" y="3222000"/>
            <a:ext cx="5412600" cy="5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0000"/>
                </a:solidFill>
              </a:rPr>
              <a:t>Clicking on any section of the pie chart will take the </a:t>
            </a:r>
            <a:r>
              <a:rPr b="1" lang="en-US">
                <a:solidFill>
                  <a:srgbClr val="FF0000"/>
                </a:solidFill>
              </a:rPr>
              <a:t>user</a:t>
            </a:r>
            <a:r>
              <a:rPr b="1" lang="en-US">
                <a:solidFill>
                  <a:srgbClr val="FF0000"/>
                </a:solidFill>
              </a:rPr>
              <a:t> to the list of </a:t>
            </a:r>
            <a:r>
              <a:rPr b="1" lang="en-US">
                <a:solidFill>
                  <a:srgbClr val="FF0000"/>
                </a:solidFill>
              </a:rPr>
              <a:t>students</a:t>
            </a:r>
            <a:r>
              <a:rPr b="1" lang="en-US">
                <a:solidFill>
                  <a:srgbClr val="FF0000"/>
                </a:solidFill>
              </a:rPr>
              <a:t> that have that specific ADA, 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2025-10-24T16:38:53Z</dcterms:created>
  <dc:creator>Duenas, Juan</dc:creator>
</cp:coreProperties>
</file>